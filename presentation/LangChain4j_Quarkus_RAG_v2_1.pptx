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Startup (seconds)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Spring Boot</c:v>
                  </c:pt>
                  <c:pt idx="1">
                    <c:v>Quarkus JVM</c:v>
                  </c:pt>
                  <c:pt idx="2">
                    <c:v>Quarkus native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</c:v>
                </c:pt>
                <c:pt idx="1">
                  <c:v>0.9</c:v>
                </c:pt>
                <c:pt idx="2">
                  <c:v>0.05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b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relaxed. This is a 25-minute bite-sized talk. The promise in one line: you can ship real AI features without leaving Java. Everything after this slide backs that up. Set expectation that there will be a live demo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setup joke lands better if you pause after 'another Java framework.' The three rows make the point that Java has been underserved for AI examples — which is exactly the gap LangChain4j fills. Keep it light; this is the warm-up.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 of the talk: hallucination is the pain, RAG is the cure. The intern line usually gets a laugh. Don't over-explain RAG here — next slide does the mechanism. Just plant 'grounding the model in your data.'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once, briefly. The one-liner at the bottom is the mental model people remember: RAG doesn't retrain the model, it just gives it the right context at query time. If someone asks about embeddings vs fine-tuning, this is where to note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the architects in the room. Azure AI Search with built-in RAG is genuinely good for Microsoft-native teams — say that, it builds credibility. Then make the four counter-points. The lock-in one is the strongest; the swap-providers story is real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 is that Spring AI wraps LangChain4j. It doesn't — independent projects. The freeing message for a Spring shop: adopting LangChain4j is not rip-and-replace. You can pilot it inside the Spring app you already run. That lowers the perceived risk enormously.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code line by line — just point out it's a builder and one generate() call. The three concepts on the right are what people graduate to: AI Services (the magic annotation-driven interfaces), Tools for agentic behavior, and Memory for chat. Mention AI Services is the idiomatic LangChain4j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'it's really not much code' payoff. The single most important line is contentRetriever(from(store)) — that one call is the entire RAG integration. Everything else is loading data. If short on time, this slide can stand in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CHECKLIST: (1) quarkus:dev already running, (2) browser tab on the app, (3) terminal ready with the curl command, (4) Kibana tab pre-opened and logged in. Change one line of a prompt template live to show hot reload. Have the recorded fallback video ready in case wifi 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myth to bust: Quarkus does NOT ship its own JVM. It uses standard OpenJDK and shifts framework work to build time. Native image is optional, not required — running Quarkus in JVM mode in production is completely legitimate and is the low-risk path for a conservative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over conservative DevOps. The message: nothing about their world changes. Same Elastic, same Kibana, same agent. The chart is illustrative — be honest about that if asked; the point is the order-of-magnitude, not exact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 that disarms skeptics: you are NOT asking them to adopt containers, native image and a new observability stack on day one. You start in JVM mode with their existing tooling, and graduate only when there's a reason. Lowest-risk entry point is the whole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Pre-loaded objection handling. The offline/Ollama answer is your trump card for security-sensitive or air-gapped environments — lead with it if the audience is nervous about data leaving the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four pillars, then deliver the closing line slowly — it's the one-sentence summary of the whole talk. Resist the urge to add more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Q&amp;A. The repo link is a real LangChain4j examples repo and the Quarkus guide path is the canonical extension guide — point people there as the fastest way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9144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0" y="13258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146304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0" y="82296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554480"/>
            <a:ext cx="960120" cy="9601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18041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SESSION · 25 MIN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AI Apps in Java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pPr indent="0" marL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</a:t>
            </a:r>
            <a:pPr indent="0" marL="0">
              <a:buNone/>
            </a:pPr>
            <a:r>
              <a:rPr lang="en-US" sz="2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6868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Python. No vendor lock-in. No leaving the JVM.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Java AI gap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“You know what nobody's been asking for?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i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Another Java framework.”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let's earn this one.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you'll know how to wire an LLM to your own data, in Java, and ship it on infrastructure your DevOps team already trusts.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1663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6832" y="225856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253" y="2424989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21671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98080" y="25694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for every LLM trick under the sun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3337560"/>
            <a:ext cx="51663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56832" y="3630168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253" y="3796589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0" y="3538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devs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7498080" y="39410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openai and they're off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0" y="4709160"/>
            <a:ext cx="51663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56832" y="5001768"/>
            <a:ext cx="640080" cy="640080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253" y="5168189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98080" y="4910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498080" y="5312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 4,000-word enterprise blog from 2023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LLMs are confident. That's the problem.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EE9EE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505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LLM, no context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refund window?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3429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90 days for a full refund.”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297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actually 14 days. It invented that. Confidently.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brand-new intern who refuses to say “I don't know.”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182880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6F7F4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2103120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41" y="2250521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 + RAG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2880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refund window?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37960" y="3429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 </a:t>
            </a:r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policy allows 14 days from delivery.”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537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 your actual policy doc before answering.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Boring. Correct. Exactly what you want in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RAG in five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64312" y="2286000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0112" y="1984248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50112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8672" y="2788920"/>
            <a:ext cx="786384" cy="78638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131" y="2993380"/>
            <a:ext cx="377464" cy="377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5752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4040" y="41605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your docs,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as vectors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412" y="3429000"/>
            <a:ext cx="310896" cy="3108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86304" y="2286000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72104" y="1984248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572104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3480664" y="2788920"/>
            <a:ext cx="786384" cy="78638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123" y="2993380"/>
            <a:ext cx="377464" cy="377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77744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996032" y="41605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vectors into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store</a:t>
            </a:r>
            <a:endParaRPr lang="en-US" sz="12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04" y="3429000"/>
            <a:ext cx="310896" cy="31089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108296" y="2286000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794096" y="1984248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794096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5702656" y="2788920"/>
            <a:ext cx="786384" cy="78638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115" y="2993380"/>
            <a:ext cx="377464" cy="377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9736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218024" y="41605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question,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chunks</a:t>
            </a:r>
            <a:endParaRPr lang="en-US" sz="12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396" y="3429000"/>
            <a:ext cx="310896" cy="31089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330288" y="2286000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016088" y="1984248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8016088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" dirty="0"/>
          </a:p>
        </p:txBody>
      </p:sp>
      <p:sp>
        <p:nvSpPr>
          <p:cNvPr id="33" name="Shape 25"/>
          <p:cNvSpPr/>
          <p:nvPr/>
        </p:nvSpPr>
        <p:spPr>
          <a:xfrm>
            <a:off x="7924648" y="2788920"/>
            <a:ext cx="786384" cy="78638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107" y="2993380"/>
            <a:ext cx="377464" cy="37746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421728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800" dirty="0"/>
          </a:p>
        </p:txBody>
      </p:sp>
      <p:sp>
        <p:nvSpPr>
          <p:cNvPr id="36" name="Text 27"/>
          <p:cNvSpPr/>
          <p:nvPr/>
        </p:nvSpPr>
        <p:spPr>
          <a:xfrm>
            <a:off x="7440016" y="41605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those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prompt</a:t>
            </a:r>
            <a:endParaRPr lang="en-US" sz="12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3388" y="3429000"/>
            <a:ext cx="310896" cy="310896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552280" y="2286000"/>
            <a:ext cx="1975104" cy="2834640"/>
          </a:xfrm>
          <a:prstGeom prst="roundRect">
            <a:avLst>
              <a:gd name="adj" fmla="val 37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10238080" y="1984248"/>
            <a:ext cx="603504" cy="60350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40" name="Text 30"/>
          <p:cNvSpPr/>
          <p:nvPr/>
        </p:nvSpPr>
        <p:spPr>
          <a:xfrm>
            <a:off x="10238080" y="1956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400" dirty="0"/>
          </a:p>
        </p:txBody>
      </p:sp>
      <p:sp>
        <p:nvSpPr>
          <p:cNvPr id="41" name="Shape 31"/>
          <p:cNvSpPr/>
          <p:nvPr/>
        </p:nvSpPr>
        <p:spPr>
          <a:xfrm>
            <a:off x="10146640" y="2788920"/>
            <a:ext cx="786384" cy="786384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1099" y="2993380"/>
            <a:ext cx="377464" cy="37746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643720" y="37490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44" name="Text 33"/>
          <p:cNvSpPr/>
          <p:nvPr/>
        </p:nvSpPr>
        <p:spPr>
          <a:xfrm>
            <a:off x="9662008" y="41605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using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context</a:t>
            </a:r>
            <a:endParaRPr lang="en-US" sz="1250" dirty="0"/>
          </a:p>
        </p:txBody>
      </p:sp>
      <p:sp>
        <p:nvSpPr>
          <p:cNvPr id="45" name="Text 34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gets smarter — it just gets handed the right page before it answers.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DEBATE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“Why not just buy Azure AI?”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get this question in the room. Here's the honest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32257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508016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pipeline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874520" y="27614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chunking, retrieval and prompts — not a black box you can't tune.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17920" y="20116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10528" y="2322576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968" y="2508016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lock-in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7452360" y="27614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OpenAI, Azure, Gemini, Anthropic or local Ollama without touching business logic.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2688" y="437997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565416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on your terms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874520" y="48188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 models or cheap providers. Managed RAG bills scale faster than you'd like.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1792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10528" y="4379976"/>
            <a:ext cx="713232" cy="71323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968" y="4565416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343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stack already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7452360" y="48188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 API is already Java. Keep it one language, one test suite, one deploy.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UP CONFUSION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“Doesn't Spring AI already do this?”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152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29718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Spring-team library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native if you live in Spring Boot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Beans, auto-config, the usual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Spring programming model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5349240" cy="3383280"/>
          </a:xfrm>
          <a:prstGeom prst="roundRect">
            <a:avLst>
              <a:gd name="adj" fmla="val 216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488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3152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 — no Spring needed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provider + vector-store support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great on Quarkus, plain Java, or…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…inside your existing Spring app too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40080" y="548640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punchline:  </a:t>
            </a:r>
            <a:pPr indent="0" marL="0"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separate libraries. Spring AI is not built on LangChain4j — and yes, you can drop LangChain4j straight into a Spring Boot app.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LangChain4j in three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an LLM 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ChatLanguageModel model = OpenAiChatModel.builder()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.apiKey(System.getenv("OPENAI_KEY"))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.modelName("gpt-4o")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
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answer = model.generate("What is Quarkus?");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lines. That's the whole “hello world.”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800600"/>
            <a:ext cx="5852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0" y="49834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LangChain4j — RAG, tools, memory — builds on exactly this object.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1965960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61504" y="2295144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925" y="2461565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02752" y="21854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02752" y="256946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interfaces — annotate a Java interface, LangChain4j implements it.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23760" y="3383280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61504" y="3712464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925" y="3878885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02752" y="36027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Agents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8302752" y="398678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call your methods: query a DB, hit a REST API, do math.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223760" y="4800600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61504" y="5129784"/>
            <a:ext cx="640080" cy="640080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925" y="5296205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02752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8302752" y="540410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that persists across turns. Stateful chat, handled.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RAG pipeline,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6903720" cy="4251960"/>
          </a:xfrm>
          <a:prstGeom prst="roundRect">
            <a:avLst>
              <a:gd name="adj" fmla="val 1720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6400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· ingest + chunk your knowledge base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docs = FileSystemDocumentLoader.loadDocuments("/handbook");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splitter = DocumentSplitters.recursive(300, 30);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· embed + store as vectors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store = new InMemoryEmbeddingStore&lt;TextSegment&gt;();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EmbeddingStoreIngestor.ingest(docs, store);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· wire retrieval into an AI Service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ai = AiServices.builder(Assistant.class)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.chatLanguageModel(model)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.contentRetriever(from(store))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.build();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ai.answer("What's our refund window?");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grounded 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26680" y="205740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0" y="2386584"/>
            <a:ext cx="640080" cy="640080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701" y="2553005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96528" y="2258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split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796528" y="26334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splitter keeps related sentences together.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26680" y="347472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280" y="3803904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701" y="3970325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96528" y="3675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once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8796528" y="405079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embeds every chunk and fills the store.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26680" y="4892040"/>
            <a:ext cx="384048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0" y="5221224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01" y="5387645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96528" y="5093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answer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796528" y="54681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contentRetriever is the entire RAG wiring — one line.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Let's run it for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95728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59781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788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refresh the browser, it's live. No restart.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0116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7688" y="2395728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70" y="259781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endpoint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80960" y="2788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POST /ask  →  watch the RAG pipeline run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315968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70" y="451805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428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965960" y="47091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cites the handbook, not the model's imagination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931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7688" y="4315968"/>
            <a:ext cx="777240" cy="7772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770" y="45180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0" y="42428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 Kibana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80960" y="47091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shows up in Elastic APM — tooling they know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“If it works, it's magic. If it doesn't, it's character-building.”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Quarkus — even if you're on Spring/JEE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212848"/>
            <a:ext cx="713232" cy="713232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088" y="2176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magic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847088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Spring does at startup, Quarkus does at compile time. Sub-second boot on the JVM.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0528" y="2212848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968" y="239828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24928" y="2176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mode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7424928" y="2651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reload + a debugger on :5005. Same JVM tooling you already use.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4315968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50140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47088" y="4279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way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1847088" y="4754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JAR with your APM agent today; native image when you actually need it.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21792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0528" y="4315968"/>
            <a:ext cx="713232" cy="713232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968" y="4501408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24928" y="42793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JEE-familiar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7424928" y="4754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is closer to JEE than Spring — a gentle migration, not a rewrite.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DEVOPS HAPPY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speaks your existing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2140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229258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tooling required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29718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mode: attach the Elastic APM agent exactly as you do today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image: built-in OpenTelemetry exports straight to Elastic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latency, DB calls and LLM round-trips all land in Kibana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containers needed — a JAR on a test box is enough to demo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583680" y="1874520"/>
            <a:ext cx="49834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— Spring Boot vs Quarkus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675120" y="2468880"/>
          <a:ext cx="4800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6858000" y="5897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— your mileage varies by app.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LAPTOP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pragmatic adoption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444856" y="21031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16456" y="237744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425" y="25914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7736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19176" y="3840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dev mode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vector store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local Ollama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732" y="36118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2768" y="21031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0F1B2D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84368" y="237744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259141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95648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87088" y="3840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JVM-mode JAR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APM agent attached</a:t>
            </a:r>
            <a:endParaRPr lang="en-US" sz="13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644" y="361188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80680" y="210312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552280" y="237744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249" y="2591410"/>
            <a:ext cx="395021" cy="3950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35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LATER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8455000" y="3840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image when needed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if/when DevOps is ready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 freely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where the risk is lowest. Earn the right to the fancy stuff.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YOU'LL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Answers ready to 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0" y="5669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5669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12848"/>
            <a:ext cx="603504" cy="603504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2369759"/>
            <a:ext cx="289682" cy="2896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57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this just an OpenAI wrapper?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737360" y="27614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abstracts the model. Swap to Gemini, Anthropic or local Ollama, same code.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212848"/>
            <a:ext cx="603504" cy="603504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51" y="2369759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1579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our sensitive docs?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315200" y="27614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lossy vectors; data stays on your servers except the chosen LLM call.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61688"/>
            <a:ext cx="603504" cy="603504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11" y="4518599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3068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expensive at scale?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737360" y="49103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scale linearly; infra stays tiny. Go local with Ollama for zero per-call cost.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1792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5400000">
              <a:srgbClr val="0F1B2D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92240" y="4361688"/>
            <a:ext cx="603504" cy="603504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151" y="4518599"/>
            <a:ext cx="289682" cy="28968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0" y="43068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run fully offline?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15200" y="491032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Ollama for the model, pgvector for storage — no outbound calls at all.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things to remember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1B2A41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4377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makes AI in Java refreshingly boring — in the best way.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3118104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1B2A41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3264408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" y="340705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118104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keeps the dev loop fast and the deploy story flexible.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40080" y="4087368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1B2A41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4233672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37631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08736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turns a confident guesser into a system that cites your data.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40080" y="5056632"/>
            <a:ext cx="10927080" cy="841248"/>
          </a:xfrm>
          <a:prstGeom prst="roundRect">
            <a:avLst>
              <a:gd name="adj" fmla="val 8696"/>
            </a:avLst>
          </a:prstGeom>
          <a:solidFill>
            <a:srgbClr val="1B2A41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5202936"/>
            <a:ext cx="548640" cy="54864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34558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05663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Elastic stack already speaks its language — no DevOps panic.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you can write a REST endpoint, you can ship an AI feature. You've been overthinking it.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9144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13258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463040"/>
            <a:ext cx="91440" cy="9144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822960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73736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25400" dir="5400000">
              <a:srgbClr val="0F1B2D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751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go build something.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repo: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github.com/langchain4j/langchain4j-examples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 guide:  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quarkus.io/guides/quarkus-langchain4j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AI Apps in Java</dc:title>
  <dc:subject>PptxGenJS Presentation</dc:subject>
  <dc:creator>Rolf</dc:creator>
  <cp:lastModifiedBy>Rolf</cp:lastModifiedBy>
  <cp:revision>1</cp:revision>
  <dcterms:created xsi:type="dcterms:W3CDTF">2026-06-28T13:18:52Z</dcterms:created>
  <dcterms:modified xsi:type="dcterms:W3CDTF">2026-06-28T13:18:52Z</dcterms:modified>
</cp:coreProperties>
</file>